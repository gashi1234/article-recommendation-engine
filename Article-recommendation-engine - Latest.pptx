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Century Gothic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enturyGothic-bold.fntdata"/><Relationship Id="rId16" Type="http://schemas.openxmlformats.org/officeDocument/2006/relationships/font" Target="fonts/CenturyGothic-regular.fntdata"/><Relationship Id="rId5" Type="http://schemas.openxmlformats.org/officeDocument/2006/relationships/slide" Target="slides/slide1.xml"/><Relationship Id="rId19" Type="http://schemas.openxmlformats.org/officeDocument/2006/relationships/font" Target="fonts/CenturyGothic-boldItalic.fntdata"/><Relationship Id="rId6" Type="http://schemas.openxmlformats.org/officeDocument/2006/relationships/slide" Target="slides/slide2.xml"/><Relationship Id="rId18" Type="http://schemas.openxmlformats.org/officeDocument/2006/relationships/font" Target="fonts/CenturyGothic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9849a9c9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b9849a9c9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6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5" name="Google Shape;75;p6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6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7" name="Google Shape;77;p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0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1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2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12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14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4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1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ctrTitle"/>
          </p:nvPr>
        </p:nvSpPr>
        <p:spPr>
          <a:xfrm>
            <a:off x="667512" y="1122363"/>
            <a:ext cx="11640312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n-US"/>
              <a:t>Article-recommendation-engine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Recommendation Algorithms Comparison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1" lang="en-US"/>
              <a:t>Bullet points 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US"/>
              <a:t>Popularity-based recommendation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n-US"/>
              <a:t>Based on views, likes, time spent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n-US"/>
              <a:t>Simple &amp; fast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US"/>
              <a:t>Content-based recommendation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n-US"/>
              <a:t>Based on article categories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n-US"/>
              <a:t>Personalized recommendations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b="1" lang="en-US"/>
              <a:t>Why this approach?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US"/>
              <a:t>Combines </a:t>
            </a:r>
            <a:r>
              <a:rPr b="1" lang="en-US"/>
              <a:t>simplicity</a:t>
            </a:r>
            <a:r>
              <a:rPr lang="en-US"/>
              <a:t> and </a:t>
            </a:r>
            <a:r>
              <a:rPr b="1" lang="en-US"/>
              <a:t>personalization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US"/>
              <a:t>Easy to extend with new strategies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Popularity-Based Recommendation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2589212" y="2591250"/>
            <a:ext cx="4137671" cy="2862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Recommends articles with highest: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spent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Easy to implement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well for new users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personalized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Content-Based Recommendation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2589212" y="3006748"/>
            <a:ext cx="70536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Recommends articles from same categories user interacted with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user interaction history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Personalized experience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Needs user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Architecture Layers</a:t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838200" y="2431633"/>
            <a:ext cx="4218432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templates (Jinja2)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Displays articles, recommendations, analytics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Flask routes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logic in services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Stores users, articles, interactions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6556248" y="1859340"/>
            <a:ext cx="526694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Frontend Layer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Built using HTML templates and CSS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Displays articles, recommendations, and analytics dashboards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Backend Layer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Flask handles routing and HTTP requests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logic separated into service layer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Uses Strategy and Factory patterns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Layer</a:t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SQLite database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Repository pattern for data access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Clean separation between logic and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Design Patterns Used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2816352" y="3047296"/>
            <a:ext cx="538581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 Pattern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recommendation algorithms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Factory Pattern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Chooses which strategy to use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 Pattern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Abstracts database access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2611425" y="355735"/>
            <a:ext cx="8911800" cy="12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A/B Testing Simulation (Advanced Feature)</a:t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2797825" y="1934325"/>
            <a:ext cx="8789400" cy="46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92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simulate two recommendation strategies: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A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Popularity-based recommendations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B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Content-based recommendations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compare user behavior using:</a:t>
            </a:r>
            <a:endParaRPr b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rate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spent on articles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we measure:</a:t>
            </a:r>
            <a:endParaRPr b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algorithm keeps users more engaged</a:t>
            </a:r>
            <a:b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one generates more interactions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User Interaction Flow </a:t>
            </a:r>
            <a:endParaRPr/>
          </a:p>
        </p:txBody>
      </p:sp>
      <p:sp>
        <p:nvSpPr>
          <p:cNvPr id="212" name="Google Shape;212;p25"/>
          <p:cNvSpPr txBox="1"/>
          <p:nvPr>
            <p:ph idx="1" type="body"/>
          </p:nvPr>
        </p:nvSpPr>
        <p:spPr>
          <a:xfrm>
            <a:off x="3026664" y="3124130"/>
            <a:ext cx="597103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opens homepage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 articles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Clicks article → interaction logged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Likes article → interaction stored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 engine updates suggestions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Analytics page shows charts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Analytics Dashboard</a:t>
            </a:r>
            <a:endParaRPr/>
          </a:p>
        </p:txBody>
      </p:sp>
      <p:sp>
        <p:nvSpPr>
          <p:cNvPr id="218" name="Google Shape;218;p26"/>
          <p:cNvSpPr txBox="1"/>
          <p:nvPr>
            <p:ph idx="1" type="body"/>
          </p:nvPr>
        </p:nvSpPr>
        <p:spPr>
          <a:xfrm>
            <a:off x="3880104" y="3090233"/>
            <a:ext cx="336194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viewed articles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liked articles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spent per article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Category popularity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Technologies used</a:t>
            </a:r>
            <a:endParaRPr/>
          </a:p>
        </p:txBody>
      </p:sp>
      <p:sp>
        <p:nvSpPr>
          <p:cNvPr id="224" name="Google Shape;224;p27"/>
          <p:cNvSpPr txBox="1"/>
          <p:nvPr>
            <p:ph idx="1" type="body"/>
          </p:nvPr>
        </p:nvSpPr>
        <p:spPr>
          <a:xfrm>
            <a:off x="2953512" y="3145248"/>
            <a:ext cx="85511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core programming language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Flask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backend framework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&amp; CSS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frontend UI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Jinja2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template rendering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database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Chart.js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analytics visualization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230" name="Google Shape;230;p28"/>
          <p:cNvSpPr txBox="1"/>
          <p:nvPr>
            <p:ph idx="1" type="body"/>
          </p:nvPr>
        </p:nvSpPr>
        <p:spPr>
          <a:xfrm>
            <a:off x="3099817" y="2275852"/>
            <a:ext cx="628248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HTML templates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Displays articles, recommendations, analytics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(Flask)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routes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logic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 engine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(SQLite)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Articles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 events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