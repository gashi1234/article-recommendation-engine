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E3EDC-747C-4EAB-975F-4D945E3EDE78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03E91-989A-40E8-A298-6F822C78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1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03E91-989A-40E8-A298-6F822C788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4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1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3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0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56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5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6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4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085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93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6028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2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01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CDE8B-8A84-4B6E-BFD0-73B7EECD8D73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123CB31-95E0-49F8-A9A9-0F076A11E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5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6500-CCE2-5D40-E354-6C2C44D62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122363"/>
            <a:ext cx="11640312" cy="2387600"/>
          </a:xfrm>
        </p:spPr>
        <p:txBody>
          <a:bodyPr>
            <a:normAutofit/>
          </a:bodyPr>
          <a:lstStyle/>
          <a:p>
            <a:r>
              <a:rPr lang="en-US" dirty="0"/>
              <a:t>Article-recommendation-engine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8B9A19E-1DF0-2F85-B690-6CCB2D399B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6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B229-8935-2E13-569D-392C6595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Algorithms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B5FD-4DCD-8F8D-1DC5-A9BC34228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Bullet points :</a:t>
            </a:r>
            <a:endParaRPr lang="en-US" dirty="0"/>
          </a:p>
          <a:p>
            <a:r>
              <a:rPr lang="en-US" b="1" dirty="0"/>
              <a:t>Popularity-based recommendation</a:t>
            </a:r>
            <a:endParaRPr lang="en-US" dirty="0"/>
          </a:p>
          <a:p>
            <a:pPr lvl="1"/>
            <a:r>
              <a:rPr lang="en-US" dirty="0"/>
              <a:t>Based on views, likes, time spent</a:t>
            </a:r>
          </a:p>
          <a:p>
            <a:pPr lvl="1"/>
            <a:r>
              <a:rPr lang="en-US" dirty="0"/>
              <a:t>Simple &amp; fast</a:t>
            </a:r>
          </a:p>
          <a:p>
            <a:r>
              <a:rPr lang="en-US" b="1" dirty="0"/>
              <a:t>Content-based recommendation</a:t>
            </a:r>
            <a:endParaRPr lang="en-US" dirty="0"/>
          </a:p>
          <a:p>
            <a:pPr lvl="1"/>
            <a:r>
              <a:rPr lang="en-US" dirty="0"/>
              <a:t>Based on article categories</a:t>
            </a:r>
          </a:p>
          <a:p>
            <a:pPr lvl="1"/>
            <a:r>
              <a:rPr lang="en-US" dirty="0"/>
              <a:t>Personalized recommendations</a:t>
            </a:r>
          </a:p>
          <a:p>
            <a:r>
              <a:rPr lang="en-US" b="1" dirty="0"/>
              <a:t>Why this approach?</a:t>
            </a:r>
            <a:endParaRPr lang="en-US" dirty="0"/>
          </a:p>
          <a:p>
            <a:r>
              <a:rPr lang="en-US" dirty="0"/>
              <a:t>Combines </a:t>
            </a:r>
            <a:r>
              <a:rPr lang="en-US" b="1" dirty="0"/>
              <a:t>simplicity</a:t>
            </a:r>
            <a:r>
              <a:rPr lang="en-US" dirty="0"/>
              <a:t> and </a:t>
            </a:r>
            <a:r>
              <a:rPr lang="en-US" b="1" dirty="0"/>
              <a:t>personalization</a:t>
            </a:r>
            <a:endParaRPr lang="en-US" dirty="0"/>
          </a:p>
          <a:p>
            <a:r>
              <a:rPr lang="en-US" dirty="0"/>
              <a:t>Easy to extend with new strategies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62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4606-584B-7F1B-3572-3E3652F1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Popularity-Based 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BBCCE6-EA21-F27F-ABB5-B3F33A5F3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2591250"/>
            <a:ext cx="41376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Recommends articles with highest: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Likes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Time spent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Easy to implement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Works well for new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Not personalized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825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4EA5-C253-B5BF-E4B5-77E04A4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Content-Based 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1017F1-3A33-0FBE-91D3-1EDF33239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006748"/>
            <a:ext cx="70536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Recommends articles from same categories user interacted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Uses user interaction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Personalized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Needs user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68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91F8-B334-C969-12D6-7A3D76E8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Layers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7DCE8-A811-533B-80B1-1B950CB286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3"/>
            <a:ext cx="421843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HTML templates (Jinja2)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Displays articles, recommendations,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Flask routes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Business logic in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SQLite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Stores users, articles, interactions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D8D86-5B89-CE38-8927-4705B579E890}"/>
              </a:ext>
            </a:extLst>
          </p:cNvPr>
          <p:cNvSpPr txBox="1"/>
          <p:nvPr/>
        </p:nvSpPr>
        <p:spPr>
          <a:xfrm>
            <a:off x="6556248" y="1859340"/>
            <a:ext cx="52669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Frontend Layer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using HTML templates and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articles, recommendations, and analytics dashboards</a:t>
            </a:r>
          </a:p>
          <a:p>
            <a:pPr>
              <a:buNone/>
            </a:pPr>
            <a:r>
              <a:rPr lang="en-US" b="1" dirty="0"/>
              <a:t>Backend Layer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Flask handles routing and HTTP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logic separated into service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Strategy and Factory patterns</a:t>
            </a:r>
          </a:p>
          <a:p>
            <a:pPr>
              <a:buNone/>
            </a:pPr>
            <a:r>
              <a:rPr lang="en-US" b="1" dirty="0"/>
              <a:t>Data Layer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SQLite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Repository pattern for data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separation between logic and data</a:t>
            </a:r>
          </a:p>
        </p:txBody>
      </p:sp>
    </p:spTree>
    <p:extLst>
      <p:ext uri="{BB962C8B-B14F-4D97-AF65-F5344CB8AC3E}">
        <p14:creationId xmlns:p14="http://schemas.microsoft.com/office/powerpoint/2010/main" val="5519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B322-AB57-CA09-54B5-B8465DCA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497124-AEA7-83FB-C088-80DFF3CA76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16352" y="3047296"/>
            <a:ext cx="53858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 Pattern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recommendation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Factory Pattern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Chooses which strategy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 Pattern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Abstracts database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59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98DC-F254-CE67-ADB0-9D6CEF2A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Interaction Flow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62273F-5500-FE81-903B-8CDA840DD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6664" y="3124130"/>
            <a:ext cx="59710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User opens homepage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Views articles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Clicks article → interaction logged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Likes article → interaction stored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Recommendation engine updates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Analytics page shows charts</a:t>
            </a:r>
          </a:p>
        </p:txBody>
      </p:sp>
    </p:spTree>
    <p:extLst>
      <p:ext uri="{BB962C8B-B14F-4D97-AF65-F5344CB8AC3E}">
        <p14:creationId xmlns:p14="http://schemas.microsoft.com/office/powerpoint/2010/main" val="204241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D3049-AEAB-25B0-2315-8F1A9EB7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A2A349-A845-BD59-6424-F77E6EE97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0104" y="3090233"/>
            <a:ext cx="33619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Most viewed articles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Most liked articles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Time spent per article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Category popularity</a:t>
            </a:r>
          </a:p>
        </p:txBody>
      </p:sp>
    </p:spTree>
    <p:extLst>
      <p:ext uri="{BB962C8B-B14F-4D97-AF65-F5344CB8AC3E}">
        <p14:creationId xmlns:p14="http://schemas.microsoft.com/office/powerpoint/2010/main" val="285987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4FA0-63FD-A06E-A43A-F8495020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01D2C7-E37B-3860-385D-8C78E0E6D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3512" y="3145248"/>
            <a:ext cx="85511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core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backend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HTML &amp; 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frontend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Jinja2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template rendering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SQLite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Chart.js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analytics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07669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84FB-9C61-0FC9-6A56-978F3E74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52CBD8-8AD0-03AF-DF56-5D4534BEB3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9817" y="2275852"/>
            <a:ext cx="62824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templates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articles, recommendations, analytics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(Flask)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routes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engine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(SQLite)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6150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</TotalTime>
  <Words>289</Words>
  <Application>Microsoft Office PowerPoint</Application>
  <PresentationFormat>Widescreen</PresentationFormat>
  <Paragraphs>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Century Gothic</vt:lpstr>
      <vt:lpstr>Wingdings 3</vt:lpstr>
      <vt:lpstr>Wisp</vt:lpstr>
      <vt:lpstr>Article-recommendation-engine</vt:lpstr>
      <vt:lpstr>Recommendation Algorithms Comparison</vt:lpstr>
      <vt:lpstr>Popularity-Based Recommendation</vt:lpstr>
      <vt:lpstr>Content-Based Recommendation</vt:lpstr>
      <vt:lpstr>Architecture Layers</vt:lpstr>
      <vt:lpstr>Design Patterns Used</vt:lpstr>
      <vt:lpstr>User Interaction Flow </vt:lpstr>
      <vt:lpstr>Analytics Dashboard</vt:lpstr>
      <vt:lpstr>Technologies used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Adonis Hajdaraj</dc:creator>
  <cp:lastModifiedBy>Adonis Hajdaraj</cp:lastModifiedBy>
  <cp:revision>2</cp:revision>
  <dcterms:created xsi:type="dcterms:W3CDTF">2026-01-16T20:12:07Z</dcterms:created>
  <dcterms:modified xsi:type="dcterms:W3CDTF">2026-01-19T12:15:18Z</dcterms:modified>
</cp:coreProperties>
</file>